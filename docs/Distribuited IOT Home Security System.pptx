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79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50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16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2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72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34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29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48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833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5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51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167715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18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70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8716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84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6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841C0-DE67-4069-96D5-580678B3FF43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E9D1F-1029-4816-B1DF-274C5A03E5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574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C2520EB-BE15-4408-A890-B8BD68CADE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Distribuited</a:t>
            </a:r>
            <a:r>
              <a:rPr lang="en-US" dirty="0"/>
              <a:t> </a:t>
            </a:r>
            <a:r>
              <a:rPr lang="en-US" dirty="0" err="1"/>
              <a:t>Iot</a:t>
            </a:r>
            <a:r>
              <a:rPr lang="en-US" dirty="0"/>
              <a:t> Home security system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1833EA7-BA3D-452F-BF9C-B8076656A4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Author: </a:t>
            </a:r>
            <a:r>
              <a:rPr lang="en-US" dirty="0" err="1"/>
              <a:t>Dezs</a:t>
            </a:r>
            <a:r>
              <a:rPr lang="hu-HU" dirty="0"/>
              <a:t>ő László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945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2E407A-BF20-4F22-8DFF-304C9271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Context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FE14C2-333E-4A9A-AF29-AF32A4A382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4395" y="2567352"/>
            <a:ext cx="409847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Simulate a scalable "Smart Home" security panel without physical hardware dependencies.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Client-Server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(The core of IoT).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Capability: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Real-time, bidirectional communication between "Edge Nodes" (Sensors) and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"Central Gateway" (Dashboard).</a:t>
            </a:r>
          </a:p>
        </p:txBody>
      </p:sp>
      <p:pic>
        <p:nvPicPr>
          <p:cNvPr id="1027" name="Picture 3" descr="Smart Home Security">
            <a:extLst>
              <a:ext uri="{FF2B5EF4-FFF2-40B4-BE49-F238E27FC236}">
                <a16:creationId xmlns:a16="http://schemas.microsoft.com/office/drawing/2014/main" id="{6436F4E0-5B71-4284-8BBF-D7F443317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168" y="2028833"/>
            <a:ext cx="6510867" cy="366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1512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BD6A046-5A9B-4841-8B80-8E1FB81B4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F9D54D1-A568-451D-9798-DC6DDF6DA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system uses a persistent TCP connection. The Server runs on a separate thread to prevent GUI freezing (blocking), ensuring real-time responsiveness.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4AE1A877-4E55-4BFA-980A-383962591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67" y="106680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4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EBACD3-976A-489D-BB2C-275148CEA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&amp; protocols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7CAA02F-C390-4B22-937E-DA2A4969F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731064"/>
            <a:ext cx="4784272" cy="3695136"/>
          </a:xfrm>
        </p:spPr>
        <p:txBody>
          <a:bodyPr/>
          <a:lstStyle/>
          <a:p>
            <a:r>
              <a:rPr lang="en-US" dirty="0"/>
              <a:t>Language:  Python 3.10</a:t>
            </a:r>
          </a:p>
          <a:p>
            <a:r>
              <a:rPr lang="en-US" dirty="0"/>
              <a:t>GUI: </a:t>
            </a:r>
            <a:r>
              <a:rPr lang="en-US" dirty="0" err="1"/>
              <a:t>Tkinter</a:t>
            </a:r>
            <a:r>
              <a:rPr lang="en-US" dirty="0"/>
              <a:t>(Native OS integration)</a:t>
            </a:r>
          </a:p>
          <a:p>
            <a:r>
              <a:rPr lang="en-US" dirty="0"/>
              <a:t>Networking: socket library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5A8BC40-9842-4EE6-928C-BABADF69FE16}"/>
              </a:ext>
            </a:extLst>
          </p:cNvPr>
          <p:cNvSpPr txBox="1"/>
          <p:nvPr/>
        </p:nvSpPr>
        <p:spPr>
          <a:xfrm>
            <a:off x="5901267" y="2690336"/>
            <a:ext cx="5765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Custom Protocol: ASCII-based message parsing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 Payload: </a:t>
            </a:r>
            <a:r>
              <a:rPr lang="en-US" sz="2000" dirty="0" err="1"/>
              <a:t>ZONE:Kitchen:OPEN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Security Logic: </a:t>
            </a:r>
          </a:p>
          <a:p>
            <a:pPr lvl="1"/>
            <a:r>
              <a:rPr lang="en-US" sz="2000" dirty="0"/>
              <a:t>IF (Sensor == OPEN) AND (System == Armed):</a:t>
            </a:r>
          </a:p>
          <a:p>
            <a:pPr lvl="1"/>
            <a:r>
              <a:rPr lang="en-US" sz="2000" dirty="0"/>
              <a:t>	</a:t>
            </a:r>
            <a:r>
              <a:rPr lang="en-US" sz="2000" dirty="0" err="1"/>
              <a:t>Trigger_Alarm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81188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86C8AB8-7A46-4691-8225-DEE976811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56230EC3-04C9-49A2-8430-F0EBCE27F7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278" y="1935921"/>
            <a:ext cx="5462794" cy="4128672"/>
          </a:xfr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FDDFDF0F-06E8-447C-AC6F-531386DC6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22" y="1855814"/>
            <a:ext cx="5661656" cy="428888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7DEC0143-410D-4C7A-8647-8A514A5299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476" y="1734688"/>
            <a:ext cx="2664982" cy="4531139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E4155C9-92DF-46A4-AE54-C4A9334609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13" y="1855812"/>
            <a:ext cx="5666876" cy="428888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A2AB7B3-BB52-4C8C-9EA1-827E75D3B7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64" y="1734688"/>
            <a:ext cx="2664981" cy="4585932"/>
          </a:xfrm>
          <a:prstGeom prst="rect">
            <a:avLst/>
          </a:prstGeom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99F5119E-5A84-4BD9-AB92-A4305936FD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14" y="1883344"/>
            <a:ext cx="5661656" cy="4256338"/>
          </a:xfrm>
          <a:prstGeom prst="rect">
            <a:avLst/>
          </a:prstGeom>
        </p:spPr>
      </p:pic>
      <p:pic>
        <p:nvPicPr>
          <p:cNvPr id="17" name="Kép 16">
            <a:extLst>
              <a:ext uri="{FF2B5EF4-FFF2-40B4-BE49-F238E27FC236}">
                <a16:creationId xmlns:a16="http://schemas.microsoft.com/office/drawing/2014/main" id="{3B47A747-AB4A-44BD-B340-C571073AC9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475" y="1734688"/>
            <a:ext cx="2700001" cy="4585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02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165095-6FDC-4804-9750-AE34898C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 Roadmap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116E98-9240-4050-9840-C7F3F09222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21392" y="2528110"/>
            <a:ext cx="6867749" cy="2222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Login as Administrator.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Handshake: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Connect Sensor Node to Main Server.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Intrusion Test: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Arm System -&gt; Trigger Sensor -&gt; Verify Alarm.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Disarm: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Keypad (PIN: 1234) to reset system.</a:t>
            </a:r>
          </a:p>
        </p:txBody>
      </p:sp>
    </p:spTree>
    <p:extLst>
      <p:ext uri="{BB962C8B-B14F-4D97-AF65-F5344CB8AC3E}">
        <p14:creationId xmlns:p14="http://schemas.microsoft.com/office/powerpoint/2010/main" val="128411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D44233-D2A0-42F1-8E06-2059DBAF9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796582-7F9D-4E9A-A04E-E01DDD27B5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74499" y="2061289"/>
            <a:ext cx="7437934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Fully functional TCP/IP simulation meeting all requirements.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Auto-reconnect features ensure system stability.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Improvements: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Migration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Database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logs.</a:t>
            </a: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TLS/SSL Encryption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secure data transmission.</a:t>
            </a:r>
          </a:p>
          <a:p>
            <a:pPr marL="457200" lvl="1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 Integration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(Android/IOS Client).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532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FD6F48-6992-4684-9199-C2040801B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605" y="2765839"/>
            <a:ext cx="8330789" cy="1326321"/>
          </a:xfrm>
        </p:spPr>
        <p:txBody>
          <a:bodyPr/>
          <a:lstStyle/>
          <a:p>
            <a:r>
              <a:rPr lang="en-US" dirty="0"/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27014327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34</TotalTime>
  <Words>244</Words>
  <Application>Microsoft Office PowerPoint</Application>
  <PresentationFormat>Szélesvásznú</PresentationFormat>
  <Paragraphs>32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Distribuited Iot Home security system</vt:lpstr>
      <vt:lpstr>Introduction &amp; Context</vt:lpstr>
      <vt:lpstr>System architecture</vt:lpstr>
      <vt:lpstr>Implementation &amp; protocols</vt:lpstr>
      <vt:lpstr>Key features</vt:lpstr>
      <vt:lpstr>Demonstration Roadmap</vt:lpstr>
      <vt:lpstr>CONCLUSION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Dezsö Lászlo</dc:creator>
  <cp:lastModifiedBy>Dezsö Lászlo</cp:lastModifiedBy>
  <cp:revision>5</cp:revision>
  <dcterms:created xsi:type="dcterms:W3CDTF">2026-01-13T01:30:39Z</dcterms:created>
  <dcterms:modified xsi:type="dcterms:W3CDTF">2026-01-13T02:05:08Z</dcterms:modified>
</cp:coreProperties>
</file>